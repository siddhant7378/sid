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t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080" y="3145790"/>
            <a:ext cx="3638550" cy="37122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Siddhant Parjane</cp:lastModifiedBy>
  <cp:revision>1</cp:revision>
  <dcterms:created xsi:type="dcterms:W3CDTF">2024-10-15T06:23:09Z</dcterms:created>
  <dcterms:modified xsi:type="dcterms:W3CDTF">2024-10-15T06:23:09Z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D8B1489B0B0248109D3B94A608148E1C_11</vt:lpwstr>
  </property>
  <property fmtid="{D5CDD505-2E9C-101B-9397-08002B2CF9AE}" pid="3" name="KSOProductBuildVer">
    <vt:lpwstr>1033-12.2.0.18283</vt:lpwstr>
  </property>
</Properties>
</file>